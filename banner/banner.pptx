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4224000" cy="20104100"/>
  <p:notesSz cx="14224000" cy="201041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432" y="-1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6800" y="6232271"/>
            <a:ext cx="12090400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3600" y="11258296"/>
            <a:ext cx="9956800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1200" y="4623943"/>
            <a:ext cx="618744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25360" y="4623943"/>
            <a:ext cx="618744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8167923"/>
            <a:ext cx="14222010" cy="193224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1200" y="804164"/>
            <a:ext cx="12801600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1200" y="4623943"/>
            <a:ext cx="1280160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36160" y="18696814"/>
            <a:ext cx="455168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1200" y="18696814"/>
            <a:ext cx="32715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41280" y="18696814"/>
            <a:ext cx="32715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www.kenney.n/l" TargetMode="External"/><Relationship Id="rId7" Type="http://schemas.openxmlformats.org/officeDocument/2006/relationships/hyperlink" Target="https://pixlr.com/editor/" TargetMode="External"/><Relationship Id="rId2" Type="http://schemas.openxmlformats.org/officeDocument/2006/relationships/hyperlink" Target="https://coronalabs.com/learn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youtube.com/" TargetMode="External"/><Relationship Id="rId5" Type="http://schemas.openxmlformats.org/officeDocument/2006/relationships/hyperlink" Target="https://google.com/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s://freesound.org/" TargetMode="Externa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05942" y="3540536"/>
            <a:ext cx="8860155" cy="84504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70"/>
              </a:spcBef>
            </a:pPr>
            <a:r>
              <a:rPr lang="pt-BR" sz="1700" b="1" i="1" spc="-5" dirty="0" smtClean="0">
                <a:latin typeface="Verdana"/>
                <a:cs typeface="Verdana"/>
              </a:rPr>
              <a:t>DE SENA, Artur Bruno</a:t>
            </a:r>
            <a:endParaRPr sz="1700" dirty="0">
              <a:latin typeface="Verdana"/>
              <a:cs typeface="Verdana"/>
            </a:endParaRPr>
          </a:p>
          <a:p>
            <a:pPr marL="1166495" marR="1157605" algn="ctr">
              <a:lnSpc>
                <a:spcPct val="109600"/>
              </a:lnSpc>
            </a:pPr>
            <a:r>
              <a:rPr lang="pt-BR" sz="1700" spc="-5" dirty="0" smtClean="0">
                <a:latin typeface="Verdana"/>
                <a:cs typeface="Verdana"/>
              </a:rPr>
              <a:t>CENTRO UNIVERSITÁRIO SETE DE SETEMBRO</a:t>
            </a:r>
          </a:p>
          <a:p>
            <a:pPr marL="1166495" marR="1157605" algn="ctr">
              <a:lnSpc>
                <a:spcPct val="109600"/>
              </a:lnSpc>
            </a:pPr>
            <a:r>
              <a:rPr lang="pt-BR" sz="1700" spc="-5" dirty="0" smtClean="0">
                <a:latin typeface="Verdana"/>
                <a:cs typeface="Verdana"/>
              </a:rPr>
              <a:t>SISTEMAS DE INFORMAÇÃO</a:t>
            </a:r>
            <a:endParaRPr sz="17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84770" y="4758055"/>
            <a:ext cx="5447030" cy="3302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sz="2050" b="1" spc="5" dirty="0"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  <a:endParaRPr sz="2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4204" y="12690536"/>
            <a:ext cx="6571615" cy="3302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b="1" spc="5" dirty="0" smtClean="0"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  <a:endParaRPr sz="2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7413" y="4794250"/>
            <a:ext cx="5836285" cy="247439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sz="2050" b="1" spc="5" dirty="0">
                <a:latin typeface="Arial" panose="020B0604020202020204" pitchFamily="34" charset="0"/>
                <a:cs typeface="Arial" panose="020B0604020202020204" pitchFamily="34" charset="0"/>
              </a:rPr>
              <a:t>APRESENTAÇÃO</a:t>
            </a:r>
            <a:endParaRPr sz="2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">
              <a:lnSpc>
                <a:spcPct val="100000"/>
              </a:lnSpc>
              <a:spcBef>
                <a:spcPts val="1570"/>
              </a:spcBef>
            </a:pPr>
            <a:r>
              <a:rPr lang="pt-BR" dirty="0"/>
              <a:t>O jogo se passa na </a:t>
            </a:r>
            <a:r>
              <a:rPr lang="pt-BR" dirty="0" smtClean="0"/>
              <a:t>Terra</a:t>
            </a:r>
            <a:r>
              <a:rPr lang="pt-BR" dirty="0"/>
              <a:t>, onde uma legião alienígena </a:t>
            </a:r>
            <a:r>
              <a:rPr lang="pt-BR" dirty="0" smtClean="0"/>
              <a:t>decide ataca-la em </a:t>
            </a:r>
            <a:r>
              <a:rPr lang="pt-BR" dirty="0"/>
              <a:t>busca de um novo planeta onde poderiam procriar novas tropas </a:t>
            </a:r>
            <a:r>
              <a:rPr lang="pt-BR" u="sng" dirty="0" smtClean="0"/>
              <a:t>Extraterrestres</a:t>
            </a:r>
            <a:r>
              <a:rPr lang="pt-BR" dirty="0"/>
              <a:t>. A missão do jogador é guiar uma espaçonave recém criada para utilizá-la em previstos ataques como este, A nave deve guiar-se em meios as naves inimigas destruindo-as até </a:t>
            </a:r>
            <a:r>
              <a:rPr lang="pt-BR" dirty="0" smtClean="0"/>
              <a:t>conseguir o maior número de pontos.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6345" y="8057788"/>
            <a:ext cx="5854065" cy="6585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114"/>
              </a:spcBef>
            </a:pPr>
            <a:r>
              <a:rPr sz="2050" b="1" spc="5" dirty="0">
                <a:latin typeface="Times New Roman"/>
                <a:cs typeface="Times New Roman"/>
              </a:rPr>
              <a:t>TELAS </a:t>
            </a:r>
            <a:r>
              <a:rPr sz="2050" b="1" spc="10" dirty="0">
                <a:latin typeface="Times New Roman"/>
                <a:cs typeface="Times New Roman"/>
              </a:rPr>
              <a:t>E</a:t>
            </a:r>
            <a:r>
              <a:rPr sz="2050" b="1" spc="-10" dirty="0">
                <a:latin typeface="Times New Roman"/>
                <a:cs typeface="Times New Roman"/>
              </a:rPr>
              <a:t> </a:t>
            </a:r>
            <a:r>
              <a:rPr sz="2050" b="1" spc="5" dirty="0">
                <a:latin typeface="Times New Roman"/>
                <a:cs typeface="Times New Roman"/>
              </a:rPr>
              <a:t>NAVEGAÇÃO</a:t>
            </a:r>
            <a:endParaRPr sz="20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300" dirty="0" smtClean="0">
                <a:latin typeface="Times New Roman"/>
                <a:cs typeface="Times New Roman"/>
              </a:rPr>
              <a:t>.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93000" y="12695512"/>
            <a:ext cx="4343400" cy="2987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b="1" spc="5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  <a:endParaRPr sz="2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7329">
              <a:lnSpc>
                <a:spcPct val="100000"/>
              </a:lnSpc>
              <a:spcBef>
                <a:spcPts val="1415"/>
              </a:spcBef>
            </a:pP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Corona </a:t>
            </a:r>
            <a:r>
              <a:rPr lang="pt-BR" sz="13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labs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 Tutorial.  (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https://coronalabs.com/learn/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27329">
              <a:lnSpc>
                <a:spcPct val="100000"/>
              </a:lnSpc>
              <a:spcBef>
                <a:spcPts val="1415"/>
              </a:spcBef>
            </a:pP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Kenney.nl (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https://www.kenney.n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/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l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7329">
              <a:lnSpc>
                <a:spcPct val="100000"/>
              </a:lnSpc>
              <a:spcBef>
                <a:spcPts val="1415"/>
              </a:spcBef>
            </a:pPr>
            <a:r>
              <a:rPr lang="pt-BR" sz="13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Freesound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https://freesound.org/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27329">
              <a:lnSpc>
                <a:spcPct val="100000"/>
              </a:lnSpc>
              <a:spcBef>
                <a:spcPts val="1415"/>
              </a:spcBef>
            </a:pP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Google (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https://google.com/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27329">
              <a:lnSpc>
                <a:spcPct val="100000"/>
              </a:lnSpc>
              <a:spcBef>
                <a:spcPts val="1415"/>
              </a:spcBef>
            </a:pPr>
            <a:r>
              <a:rPr lang="pt-BR" sz="13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Youtube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https://youtube.com/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27329">
              <a:lnSpc>
                <a:spcPct val="100000"/>
              </a:lnSpc>
              <a:spcBef>
                <a:spcPts val="1415"/>
              </a:spcBef>
            </a:pPr>
            <a:r>
              <a:rPr lang="pt-BR" sz="13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Pixrl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 Editor (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https://pixlr.com/editor/</a:t>
            </a:r>
            <a:r>
              <a:rPr lang="pt-BR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27329">
              <a:lnSpc>
                <a:spcPct val="100000"/>
              </a:lnSpc>
              <a:spcBef>
                <a:spcPts val="1415"/>
              </a:spcBef>
            </a:pPr>
            <a:endParaRPr lang="pt-BR" sz="1300" dirty="0" smtClean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5371" y="211033"/>
            <a:ext cx="13665835" cy="3096000"/>
          </a:xfrm>
          <a:prstGeom prst="rect">
            <a:avLst/>
          </a:prstGeom>
          <a:solidFill>
            <a:srgbClr val="BBE0E3"/>
          </a:solidFill>
          <a:ln w="447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4610"/>
              </a:lnSpc>
            </a:pPr>
            <a:r>
              <a:rPr sz="3850" spc="-10" dirty="0">
                <a:latin typeface="Arial"/>
                <a:cs typeface="Arial"/>
              </a:rPr>
              <a:t>Substituir </a:t>
            </a:r>
            <a:r>
              <a:rPr sz="3850" spc="-5" dirty="0">
                <a:latin typeface="Arial"/>
                <a:cs typeface="Arial"/>
              </a:rPr>
              <a:t>pela LOGO/BANNER do</a:t>
            </a:r>
            <a:r>
              <a:rPr sz="3850" spc="-20" dirty="0">
                <a:latin typeface="Arial"/>
                <a:cs typeface="Arial"/>
              </a:rPr>
              <a:t> </a:t>
            </a:r>
            <a:r>
              <a:rPr sz="3850" spc="-5" dirty="0">
                <a:latin typeface="Arial"/>
                <a:cs typeface="Arial"/>
              </a:rPr>
              <a:t>SOFTWARE</a:t>
            </a:r>
            <a:endParaRPr sz="3850">
              <a:latin typeface="Arial"/>
              <a:cs typeface="Arial"/>
            </a:endParaRPr>
          </a:p>
        </p:txBody>
      </p:sp>
      <p:sp>
        <p:nvSpPr>
          <p:cNvPr id="15" name="AutoShape 10" descr="data:image/jpg;base64,%20/9j/4AAQSkZJRgABAQEAYABgAAD/2wBDAAUDBAQEAwUEBAQFBQUGBwwIBwcHBw8LCwkMEQ8SEhEPERETFhwXExQaFRERGCEYGh0dHx8fExciJCIeJBweHx7/2wBDAQUFBQcGBw4ICA4eFBEUHh4eHh4eHh4eHh4eHh4eHh4eHh4eHh4eHh4eHh4eHh4eHh4eHh4eHh4eHh4eHh4eHh7/wAARCABCAP8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4yooooAKKKKACiiigAooooAK7f4R+HtP1/VL1dTgM0EEIIXcV+Ynjp7A1xFewfAO226Tqd5jmSdYwf91c/wDs1AHQf8K78I/9Atv+/wC/+NH/AArvwj/0C2/7/v8A41015cJa2k11J9yJGdvoBmpQcgGgDxrQvCukyfFLUtDu7UvZQxu8Ue9hgfKV5Bz0au6/4V34R/6Bbf8Af9/8a5P4iardeFPiIusWUMMj3NkFIlBI64J4I/uitL4eePNU8R+Ihp15a2cUXkvJuiVg2Rj1Y0AbX/Cu/CP/AEC2/wC/7/40f8K78I/9Atv+/wC/+NdXXA/ErxtqXhnVre0sra0lSWDzCZlYkHJHYj0oAwPFHhXQ7Lx/oOl21mUtLsfvk8xju5PfORXZf8K78I/9Atv+/wC/+Ned6V4mvfE/xD0G5vYLeJoZRGohBAIyTzkmvb6APGvi94Z0XQbHT5NLtDA00jq5MjNkADHU+9dJ4Q+HugyeG7GbVbFpbyWISSHzWXG7kDAPYYq38TdMOsap4a0/GVku3Mn+4AC36A12wAUBVGABgD0FAHm/jzwp4R0Hwvd38em4nwI4MzOfnbgcZ7cn8K8cr0z47av52o2mixt8sC+dKB/fboPwH868zoAKKKKACiiigAooooAKKKKACiiigAooooAKKKKACiiigAooooAK96+Dlt9n8C2zkYM8skn15wP5V4LX0p4KtvsfhHSrcjBW1Qn6kZP6mgCr8Sbn7L4H1STOC0Plg+7ED+tbOlS+fpdpN18yBG/NRXJ/GYzHwW0MMbyNLcxqQiknAye30FbfgaR5fB+lNIrK4tkVgwwQRx/SgDhvj9a5g0q+A+60kLH64I/ka5/4I/8AI7j/AK9ZP6V3vxotftHgiSYLk288cn0BO0/+hVwXwR/5Hcf9esn9KAPcq8Z+PP8AyMll/wBen/sxr2avGfjz/wAjJZf9en/sxoA5r4c/8jxpH/XytfRdfOnw5/5HjSP+vla+i6AIZLaKS8humXMkKuqe27Gf5VLI6xxtI2dqqWOPQVHJcRpdRWzHEkqsye+3Gf5ipaAPmPxDqMmra5ealLndPKzAeg7D8BgVQrd8faX/AGP4tv7NVxF5hki/3G5H88fhWFQAUUUUAFFFFABRRRQAUUUUAFFFFABRRRQAVc07T7i+WUwbP3YBIJx+X5VTro/BZCm7Y9AF/rUVJOMW0duX0IYjERpz2d/yOejRnkWNR8zHAHvVjUrGawmWKcoWZdw2nPFalnZBPFDqR+7iYy/h1H8xTfGX/IRi/wCuQ/mannvJJG0sDyYadWW6lb/Mw6ms7aW7uFt4QC7dMnAqGtXwr/yGov8Adb+VXJ2TZx4WmqtaEJbNpEqeHbzzFDSQYyM/PzX0Lot3a3mnRS2bMYlAQbhgjHGK+frKAXPjRYWPH2hm/LJ/pXtfw/ZR4f5YD983U1EZSukztr0KHsZzpxacZW3v38joWdYxud1QepOKqapqVrp9l9snZni3Bcx/Nya4b48XAXw7YwKwPmXW4gH0U/41n+F5hJ8Jo0yCY71lx+Of61c3aLZyYOlGtXhTls2d14xij1HwZqKKQVmtSyH36g/yry74PW0ln8QDby7d62smdpyOgr0CyuGbwXfWczDzbaIr16qRlf0NcX8OCB8UZskD/RX6/wC6tTGbbR0V8HGlSlLqpW+VrnsFeR/Gixnv/FVnFBtytnuJY4AG4163uT++v515p8SZol8ZW0bOoMljtXnqd54qptqLaMMFShWrxhPZnHeENMm0zxNYahcyRGGCYO+xsnH0r3yN1kjWRDlWAIPqDXzx4XtJ4/FUenyDZLOTGhJ+XJ6HPpX0FZgQ2kMTOm5I1U4buBSi3fU0xUKMYJwTUrtNN3/RHL+O9R/svxB4YumbbGbuSKT/AHXUKf55rV1DxJp9jdy208dzvjOGKx5H51xfx7fGn6QyMNwnkIIPTha6S71FNU+Hcd+GUtNbxswz/FkBh+YNObaV0Z4ONOdaMKiunpvY4T4vyWesG21ayWRWiQxzGRNu4Z+XHr1NecV77faamr/DJrH5fMNsXjyf41JI/lj8a8Cohe12LFxpxquNNWS03uPgjaaZIlxudgoz6mtY+Hb4HBktx/wOs7Tf+Qjbf9dV/nWj4u/5C/8A2zWpk3zJI3w9Kj9XlWqRbs0t7b/JmVcwtBO8LkFkO0kHIqOiitDgdr6F/TdLuL+N5IWjCocHc2KsP4evlRmVoHwM4V+ateH/APkBaj9D/wCg0ng7PnXWc/6sVjKctfI9rD4TDyVKMk7zT1vta/Sxz9FK33j9aStjxAooooAKKKKACt/wp/x76h/1zH8jWBWz4cube3gvVmlWMugCg9zg1nV+E78sko4mLk7LX8mak0kf9kDUB/rZ4o4T+fP9azvGX/IQi/65D+Zqit8zWEFkwwscu/dnt6fzqz4puILm+je3lWRRGASvrk1EYOMl8zuxOLhXwskn/L9+tzIrV8K/8hqL/db+VZVaHh+4ittUilmbamCCfTIrWfws8zBSUcRTcnpdfmPuv+Rlb/r5H86seLXddWwrsB5a9D9anlt9Lk1E3n9qxgmTzNu33ziqHiS5hutTMkD70CBc+prOLvJeh6GIj7PD1E2vekmrNPTXsZzOzfeZj9TWv4QZv7W25OPLbj8qxq1PDM8NvqfmTyLGmwjJ9aup8LOHL5KOKptvS6NLS3a5upIdxL2915i89VJwRWZ4kZl1ucqSD8vT/dFFheLba6bjd+6aRgx/2SetR6/NHPq00kLh0OMMOh4FRGLU/kdeIrwng+W/vKX4Wdn+hT82T/no/wD30ansrW7vZD9nBd0G4ktjH51VrY8LXVva3Uv2iQRh0wCemc1pNtRujhwlOFStGNR2TLdnKmt2ptLj5byIZjlHesGRpo5GjaR8qSD8xrodLTS9PumuRqaSZUjbtrnbpxJcyyL0ZyR9M1FPd22OzHq9KEqjTnqnZp6dL2Gs7N95mP1NaPhpm/tiBdx25PGeOhrMq9oMscOqwyTOEQE5Y9uKufws4sI0sRBvuvzH6/JINYuQHYDf0z7VnVc1qSObVLiSJg6M3BHfiqdEPhQsU0602u7/ADLGm/8AIRtv+uq/zrodf1aaz1DyY4YHG0HLrk1ztgypfQO5Cqsikk9hmt7VotL1C7+0HVI4/lC4Az0rOaXMrnpYGc1hZxpSSlddUtPmc5K5kkaQgAsScDpTalukjjuHjikEqKcK4/iHrUVbI8iSak7nQ+HuND1Ajrg/+g1Z1HUbkaLBeWmwBxtl+XkH/wDXVDRLq3h0e+ilmVHcHap6nik0O6tzYXWn3cqxo4yhbsf84rnlHVu3U+go4lKlClGdrxfXZ3bX9eZi0Up4JHWkroPnQooooAKKKKACiiigAooooAKKKKACiiigAooooAKKKKACiiigAooooAKKKKACiiigAooooAKKKKACiiigAooooAKKKKAP/9k=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224000" cy="3357728"/>
          </a:xfrm>
          <a:prstGeom prst="rect">
            <a:avLst/>
          </a:prstGeom>
        </p:spPr>
      </p:pic>
      <p:pic>
        <p:nvPicPr>
          <p:cNvPr id="26" name="Imagem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1" y="8514271"/>
            <a:ext cx="6910883" cy="3562223"/>
          </a:xfrm>
          <a:prstGeom prst="rect">
            <a:avLst/>
          </a:prstGeom>
        </p:spPr>
      </p:pic>
      <p:pic>
        <p:nvPicPr>
          <p:cNvPr id="27" name="Imagem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600" y="8514271"/>
            <a:ext cx="6570605" cy="35693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Words>128</Words>
  <Application>Microsoft Office PowerPoint</Application>
  <PresentationFormat>Personalizar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Verdana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artur bruno de sena santana</dc:creator>
  <cp:lastModifiedBy>artur bruno de sena santana</cp:lastModifiedBy>
  <cp:revision>9</cp:revision>
  <dcterms:created xsi:type="dcterms:W3CDTF">2018-10-29T23:52:23Z</dcterms:created>
  <dcterms:modified xsi:type="dcterms:W3CDTF">2018-11-12T23:16:39Z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2018-10-29T00:00:00Z</vt:filetime>
  </property>
  <property fmtid="{D5CDD505-2E9C-101B-9397-08002B2CF9AE}" pid="3" name="Creator">
    <vt:lpwstr>PDFium</vt:lpwstr>
  </property>
  <property fmtid="{D5CDD505-2E9C-101B-9397-08002B2CF9AE}" pid="4" name="LastSaved">
    <vt:filetime>2018-10-29T00:00:00Z</vt:filetime>
  </property>
</Properties>
</file>